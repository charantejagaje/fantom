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084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AI DECISION SUPPORT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manufacturing data into explainable operational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01168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 / PPO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Manufacturing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information can be separated from process and production information, making investigation difficult.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9144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91440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887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FLOW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Queues, utilization and throughput indicators can reveal constraints, but raw operational data may not clearly show where losses occur.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9144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91440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1887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09360" y="2194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need evidence, uncertainty and scenario analysis instead of disconnected dashboards or unsupported recommendations.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data exists. Decision context is fragmented.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NeuraX is a software-only Industrial AI Decision Support Platform that connects manufacturing data, analytics, ML intelligence and scenario analysis into one workflow.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supported manufacturing and quality signals.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194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throughput, utilization, queues and operational patterns.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63040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anomalies, bottlenecks and possible contributing factors.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1463040"/>
            <a:ext cx="20116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463040"/>
            <a:ext cx="73152" cy="1828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600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1945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scenarios and provide advisory recommendations for human review.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1280160" cy="41148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54480" y="36576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3657600"/>
            <a:ext cx="1280160" cy="41148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173736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71800" y="36576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54680" y="3657600"/>
            <a:ext cx="1280160" cy="41148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315468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36576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0" y="3657600"/>
            <a:ext cx="1280160" cy="41148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06440" y="36576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9320" y="3657600"/>
            <a:ext cx="1280160" cy="411480"/>
          </a:xfrm>
          <a:prstGeom prst="roundRect">
            <a:avLst>
              <a:gd name="adj" fmla="val 8889"/>
            </a:avLst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23760" y="365760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06640" y="3657600"/>
            <a:ext cx="128016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Fantom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unify supported production and process signals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throughput, utilization, queues and patterns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anomalies and deviations where supported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bottlenecks and possible contributing factors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operational scenarios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evidence-based advisory actions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users review and decide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– End-to-End Execution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97840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/ Quality / Process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180136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• Missing Values • Feature Inspection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62432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• Queue • Utilization • Production Indicators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344728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• Pattern Analysis • Quality Intelligence where supported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97840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Bottlenecks • Trends • Possible Contributing Factors • Explainability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64592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180136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Operational Scenarios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46888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262432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RECOMMENDATION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Suggested Actions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291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3447288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/ Engineer / Owner / Authorized User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NeuraX supports decisions; it does not directly control machines.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inspection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Cleaning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Missing-value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 preparation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Classification where supported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Anomaly detection where supported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Pattern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Explainability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Confidence / uncertainty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Evidence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Possible contributing factors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Advisory recommendations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follows actual dataset inspection and validation.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E8EEF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429768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E8EEF2"/>
          </a:solidFill>
          <a:ln/>
        </p:spPr>
      </p:sp>
      <p:sp>
        <p:nvSpPr>
          <p:cNvPr id="32" name="Text 30"/>
          <p:cNvSpPr/>
          <p:nvPr/>
        </p:nvSpPr>
        <p:spPr>
          <a:xfrm>
            <a:off x="214884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429768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E8EEF2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32120" y="429768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E8EEF2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4297680"/>
            <a:ext cx="1463040" cy="320040"/>
          </a:xfrm>
          <a:prstGeom prst="roundRect">
            <a:avLst>
              <a:gd name="adj" fmla="val 8571"/>
            </a:avLst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Analytics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91440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output and trends.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86868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868680"/>
            <a:ext cx="91440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Machine/station utilization and capacity pressure.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24231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423160"/>
            <a:ext cx="91440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432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&amp; WAIT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344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levels and waiting behavior.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663440" y="24231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423160"/>
            <a:ext cx="91440" cy="13716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7432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2697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321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operational constraints using measurable indicators.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shown in product dashboards are illustrative until validated against the selected dataset.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"What happened?" to "What could happen?"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15544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production state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supported operational parameter or planning assumption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15544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expected operational effects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questions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if capacity changes?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if a bottleneck is relieved?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if the operating mix changes?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Role-Based Experiences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51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PWA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Production status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Relevant alerts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Assigned information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Issue reporting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9144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914400"/>
            <a:ext cx="27432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5156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461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4612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747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Quality / ML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Production analytics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Bottlenecks &amp; anomalies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4747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Simulations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126480" y="91440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914400"/>
            <a:ext cx="2743200" cy="100584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05156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2648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26480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view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55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Production performance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355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Quality trends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35508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Supported business impact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3550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Reports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Deployment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822960"/>
            <a:ext cx="6400800" cy="438912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822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822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Mobile  •  Engineer Laptop  •  Owner Desktop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1325880"/>
            <a:ext cx="6400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REVERSE PROXY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258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1828800"/>
            <a:ext cx="6400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8288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PWA 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interfaces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331720"/>
            <a:ext cx="6400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3317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• Authentication • RBAC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2834640"/>
            <a:ext cx="6400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28346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operational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3337560"/>
            <a:ext cx="6400800" cy="438912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3375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ML + LOCAL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• Models • Ollama explanations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/ Docker Compose packages the server-side stack. Workers access via HTTPS — no Docker on phones.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 •  Vite  •  Tailwind  •  Plotly / Recharts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7432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•  FastAPI  •  SQLAlchemy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 •  NumPy  •  PostgreSQL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60320"/>
            <a:ext cx="27432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 •  XGBoost where appropriate  •  SHAP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56032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560320"/>
            <a:ext cx="27432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063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local/open model for explanation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56032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063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 •  Docker Compose  •  Nginx  •  Git / GitHub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Mendeley Data – Manufacturing Data Shared Facility / discrete-event simulation dataset.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models:  Model 1  •  Model 2  •  Model 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 — 77 features  |  Manufacturing flow • Utilization • Queue-related information • Production counters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Inspect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data types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Analyze missing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Understand distributions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Identify relationships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Select appropriate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Evaluate results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NeuraX builds only what the available data can legitimately support.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Industrial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production-flow and supported quality intelligence into one operational view.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symptom → pattern → possible contributing factor.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scenarios and recommendations before a human decides what to change.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value areas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investigation  •  Clearer bottleneck visibility  •  Better production awareness  •  More disciplined improvement decisions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17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percentages, ROI figures or unvalidated savings claims.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Fantom Is More Than Defect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914400"/>
            <a:ext cx="6400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914400"/>
            <a:ext cx="109728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1691640"/>
            <a:ext cx="6400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1691640"/>
            <a:ext cx="109728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it happening?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468880"/>
            <a:ext cx="6400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2468880"/>
            <a:ext cx="109728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production system doing?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3246120"/>
            <a:ext cx="6400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3246120"/>
            <a:ext cx="109728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investigate or simulate next?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connects quality intelligence with the production system around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Execution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5156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51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9784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/ DEFECT INTELLIGENCE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 •  ML methods  •  Evaluation  •  Explainability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8412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920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847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ANALYTICS +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 •  Queues  •  Utilization  •  Bottlenecks  •  Simulation  •  Git / Docker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7157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AI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•  PostgreSQL  •  Authentication  •  RBAC  •  APIs  •  Local 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84124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5760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584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PWA  •  Dashboards  •  Role interfaces  •  Charts  •  Responsive UX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PPI / PPO Relevance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 |  PPI / PPO Submission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THINKING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 users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Role-based workflows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Authentication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Mobile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Deployment architecture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DEPTH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Analytics &amp; 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APIs &amp; 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Simulation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Explainability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Docker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Expandable to additional plants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Additional datasets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Quality models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Operational use cases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Fantom is designed as a product foundation, not a one-screen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FANTOM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AI DECISION SUPPORT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8288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468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manufacturing teams turn operational data into explainable decisions.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2468880" cy="36576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931920"/>
            <a:ext cx="2468880" cy="36576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931920"/>
            <a:ext cx="2468880" cy="365760"/>
          </a:xfrm>
          <a:prstGeom prst="roundRect">
            <a:avLst>
              <a:gd name="adj" fmla="val 10000"/>
            </a:avLst>
          </a:prstGeom>
          <a:solidFill>
            <a:srgbClr val="132337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91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DATA-GROUNDED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1158</Words>
  <Application>Microsoft Office PowerPoint</Application>
  <PresentationFormat>On-screen Show (16:9)</PresentationFormat>
  <Paragraphs>305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NeuraX 2026 – Industrial AI Decision Support</dc:title>
  <dc:subject>PPI / PPO Submission</dc:subject>
  <dc:creator>NeuraX Team</dc:creator>
  <cp:lastModifiedBy>goutham janiga</cp:lastModifiedBy>
  <cp:revision>2</cp:revision>
  <dcterms:created xsi:type="dcterms:W3CDTF">2026-09-20T00:39:16Z</dcterms:created>
  <dcterms:modified xsi:type="dcterms:W3CDTF">2026-09-20T01:03:50Z</dcterms:modified>
</cp:coreProperties>
</file>